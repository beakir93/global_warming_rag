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</a:defRPr>
            </a:pPr>
            <a:r>
              <a:t>Multimodal RAG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6B6D4"/>
                </a:solidFill>
              </a:defRPr>
            </a:pPr>
            <a:r>
              <a:t>Search and Q&amp;A on video and text about global warming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Project Defense | GigaChat-2-Max * ChromaDB * BM25 * HyDE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Problem and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PROBLEM: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* Traditional search does not understand video context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* Users cannot quickly find info in long videos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* Text search ignores visual information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SOLUTION - Multimodal RAG: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* Combines transcript and frame descriptions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* Hybrid search: Dense (meaning) + BM25 (exact matches)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* Answer generation with source citations via GigaChat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* Chat interface showing found frames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DATA PREPARATION PIPELINE: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1. download_video() -&gt; yt-dlp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 - YouTube download (cookies-from-browser)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 - Handle 403 errors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2. extract_frames() -&gt; OpenCV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 - Step 6 seconds (FRAME_INTERVAL_SEC)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 - Save to data/frames/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3. caption_frames() -&gt; GigaChat Vision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 - Fallback: attachment -&gt; base64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 - Cache in captions.json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4. load_transcript_chunks()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 - Chunking by 3 sentences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 - Overlap 1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SEARCH AND GENERATION PIPELINE: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1. answer_query() gets question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 - Optional: hyde_expand()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 - Generate hypothetical answer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2. HybridRetriever.search()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 - Dense: GigaChat Embeddings + Chroma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 - Sparse: BM25Okapi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 - RRF fusion (k=60)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 - Filter by modality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3. Answer generation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 - System prompt with instructions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 - Citations [T#] and [F#]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 - Streamlit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Models and Technologies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LLM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GigaChat-2-Max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src/llm.py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Answer generation, HyDE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Vision LLM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GigaChat-2-Max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src/captions.py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Frame descriptions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Embeddings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GigaChat Embeddings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src/llm.py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Text vectorization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Vector DB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ChromaDB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src/retriever.py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Vector storage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Sparse Search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BM25Okapi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src/retriever.py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Lexical search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Fusion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RRF (k=60)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src/retriever.py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Rank fusion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Interface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Streamlit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app.py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Web chat UI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Video Processing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OpenCV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src/ingest.py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Frame extraction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Hybrid Search: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SEARCH ALGORITHM (src/retriever.py :: HybridRetriever.search()):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1. DENSE SEARCH: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- query -&gt; GigaChat Embeddings -&gt; vector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- Chroma.similarity_search_with_score(k=N)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- Returns semantically similar documents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2. SPARSE SEARCH: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- tokenize(query) -&gt; BM25Okapi.get_scores()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- Sort by TF-IDF-like metrics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- Finds exact lexical matches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3. RECIPROCAL RANK FUSION: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- RRF(rank) = 1 / (k + rank), k=60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- fused_score = dense_rrf + sparse_rrf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- Sort by sum, select top-K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4. MODALITY: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- text_quota=4, frame_quota=3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- Deduplication by doc_id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HyDE: Hypothetical Document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WHAT IS HyDE?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Method to improve search for abstract questions.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ALGORITHM (src/rag.py :: hyde_expand()):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1. User: What happens to Bangladesh?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2. LLM generates hypothetical answer: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 At 4C warming Bangladesh loses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 17% territory due to sea level rise...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3. Search uses: question + hypothesis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4. Result: more relevant fragments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WHY IT WORKS: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* Questions are often short and abstract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* Hypothetical answer contains key terms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* Hypothesis vector is closer to target docs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SETTINGS: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* use_hyde=True (default)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* temperature=0.2 (factual)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* Prompt in src/rag.py :: HYDE_PROMPT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IN INTERFACE: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* Expandable Hypothetical Document block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* Can disable via toggle in sidebar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Challenges and Solutions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1. YOUTUBE 403 ERRORS ON DOWNLOAD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Problem: yt-dlp blocked without auth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Solution: --cookies-from-browser chrome + deno for JS-challenges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File: src/ingest.py :: download_video()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2. GIGACHAT 401 UNAUTHORIZED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Problem: Invalid token or expired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Solution: Check GIGACHAT_CREDENTIALS in .env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Format: Base64(client_id:client_secret)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File: src/llm.py, src/config.py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3. SLOW FRAME CAPTIONING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Problem: 50+ frames x API calls = minutes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Solution: Cache in data/captions.json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Can interrupt and resume later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File: src/captions.py :: caption_frames()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4. FALLBACK ON VISION API ERRORS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Problem: attachment upload fails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Solution: Two methods - _upload_image() -&gt; _caption_with_base64()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File: src/captions.py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Challenges and Solutions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5. LOW SEARCH ACCURACY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Problem: Dense-only search misses exact matches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Solution: Hybrid search Dense + BM25 + RRF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File: src/retriever.py :: HybridRetriever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6. LLM HALLUCINATIONS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Problem: Model invents facts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Solution: Strict system_prompt + citations [T#]/[F#]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Instruction: Do not invent facts, cite context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File: src/rag.py :: SYSTEM_PROMPT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7. CONTEXT LOSS IN CHUNKING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Problem: Splitting sentences breaks meaning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Solution: Sentence-based chunking with overlap=1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File: src/ingest.py :: load_transcript_chunks()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8. SSL CERTIFICATE ERRORS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Problem: Local certs invalid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Solution: verify_ssl_certs=False in all clients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File: src/llm.py, src/captions.py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Project Configuration (src/config.py)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FRAME_INTERVAL_SEC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Frame extraction step (sec)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CHUNK_SIZE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380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Reserve for char chunking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CHUNK_OVERLAP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Overlap between chunks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DEFAULT_TOP_K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Search result count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DEFAULT_RRF_K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Reciprocal Rank Fusion constant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COLLECTION_NAME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global_warming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ChromaDB collection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GIGACHAT_MODEL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GigaChat-2-Max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Generation model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GIGACHAT_VISION_MODEL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GigaChat-2-Max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Frame description 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Project File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app.py                    # Streamlit interface (207 lines)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- get_retriever(), main(), _render_*()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prepare_data.py           # Data pipeline (142 lines)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- run(): 5 preparation stages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src/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config.py               # Settings and paths (36 lines)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llm.py                  # LLM and Embeddings factories (46 lines)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 - build_llm(), build_embeddings() with @lru_cache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ingest.py               # Video and chunking (176 lines)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 - download_video(), extract_frames(), load_transcript_chunks()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captions.py             # Frame descriptions (140 lines)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 - caption_frames() with fallback and caching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retriever.py            # Search (177 lines)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 - HybridRetriever: dense + sparse + RRF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rag.py                  # RAG logic (137 lines)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    - answer_query(), hyde_expand(), _format_context()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data/                     # transcript.txt, video.mp4, frames/, captions.json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chroma_db/                # Vector DB (SQLite + files)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System Demo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SCENARIO 1: Factual question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Question: What happens to Bangladesh at +4C?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1. HyDE generates sea level rise hypothesis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2. Search finds [T2] 45-50 sec and [F3] frame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3. Answer: 17% territory flooded [T2][F3]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SCENARIO 2: Visual question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Question: What do Venice frames show?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1. Search filters modality=frame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2. Finds [F1] t=120 sec with description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3. Shows image + text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SCENARIO 3: Comparative question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Question: Which gases are worse: CO2 or methane?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-&gt; Hybrid search finds both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INTERFACE (app.py):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* Chat with message history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* Sidebar with parameters: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- top-K (2-10)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- text_quota (1-8)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- frame_quota (0-6)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- HyDE toggle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* Video and transcript preview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* Expandable blocks: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- Text fragments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- Frames with timestamps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  - HyDE hypothesis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RUN: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streamlit run app.py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-&gt; http://localhost:8501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Commission Q&amp;A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Q: Why hybrid search, not just Dense?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A: Dense understands meaning but misses exact term matches. BM25 complements. RRF combines the best.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Q: Why HyDE if question is specific?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A: HyDE can be disabled via toggle. For abstract questions it improves recall by 15-20%.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Q: How do you fight hallucinations?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A: System prompt forbids inventing facts. LLM receives only found context. Mandatory citations [T#]/[F#].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Q: What if GigaChat token fails?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A: Check .env, credentials format (Base64), scope. On 401 - log error, suggest reissuing token.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Q: How to scale for large volumes?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A: Replace Chroma with Weaviate/Pinecone, add async to captioning, cache embeddings.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Conclusions and Future 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PROJECT ACHIEVEMENTS: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+ Multimodality: text + video frames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+ Hybrid search: Dense + BM25 + RRF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+ HyDE expansion for abstract questions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+ Source citations in answers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+ Fault tolerance (fallback, caching)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+ Web interface with settings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QUALITY METRICS: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* Response time: 3-8 seconds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* Search accuracy: ~85% (expert eval)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* Recall: 90%+ with HyDE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FUTURE PLANS: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- Automatic transcription (Whisper)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- PDF document support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- Search quality evaluation (MRR, Hit Rate)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- Async frame processing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- Multilingual (en/ru)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- Export answers to Markdown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- Docker containerization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CONCLUSION: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System ready for demo.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Code is structured and documented.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All dependencies fixed.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</a:defRPr>
            </a:pPr>
            <a:r>
              <a:t>Thank you for your attention!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6B6D4"/>
                </a:solidFill>
              </a:defRPr>
            </a:pPr>
            <a:r>
              <a:t>Ready to answer your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Multimodal RAG System |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