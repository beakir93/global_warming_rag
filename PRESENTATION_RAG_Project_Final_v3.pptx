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Акцент на том, что это расширение функциональности базовой RAG-системы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Мультимодальная RAG-система</a:t>
            </a:r>
          </a:p>
          <a:p>
            <a:r>
              <a:t>с поддержкой файлов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Проект по курсу AI Engineering</a:t>
            </a:r>
          </a:p>
          <a:p>
            <a:r>
              <a:t>Защита проекта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Проблема и 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Проблема: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Пользователи хотят задавать вопросы не только по видео, но и по своим документам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Нет возможности объединить контекст из разных источников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Решение: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Добавлена загрузка пользовательских файлов (.txt, .md, .pdf)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Контекст из файла объединяется с базой знаний (видео + транскрипция)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Файлы получают приоритет при генерации ответа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Архитектура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Пайплайн обработки запроса: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1. Загрузка файла → Чанкинг (512 символов, overlap=50)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2. Вопрос пользователя + HyDE-расширение (опционально)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3. Гибридный поиск по базе (Dense + BM25 + RRF)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4. Добавление чанков из файла с высоким приоритетом (score=10.0)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5. Генерация ответа через GigaChat с цитированием [T#], [F#], [File#]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Файлы реализации: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src/file_loader.py — загрузка и чанкинг файлов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src/rag.py — интеграция в answer_query()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app.py — UI загрузчик и визуализация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Модели и 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LLM и Embeddings: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GigaChat-2-Max — генерация ответов и описаний кадров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GigaChat Embeddings — векторные представления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Поиск: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ChromaDB — векторное хранилище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BM25 (rank-bm25) — спарс-поиск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RRF (k=60) — объединение результатов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Обработка файлов: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LangChain RecursiveCharacterTextSplitter — чанкинг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PyPDFLoader — чтение PDF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TextLoader — чтение TXT/MD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UI: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Streamlit — интерактивный интерфейс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Гибридный поиск: как это работает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Dense-поиск (векторный):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Косинусное сходство эмбеддингов запроса и документов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Хорошо находит семантически близкие фрагменты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Sparse-поиск (BM25):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Поиск по ключевым словам и точным совпадениям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Эффективен для терминов, имён, чисел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Reciprocal Rank Fusion (RRF):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Формула: score = 1 / (60 + rank)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Объединяет ранги из обоих методов без нормализации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Приоритет файлов: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Чанки из загруженного файла получают score=10.0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Вставляются в начало списка результатов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Обработка видео: от кадров к тексту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1. Извлечение кадров: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OpenCV, шаг 6 секунд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Сохранение в data/frames/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2. Описание кадров (GigaChat Vision):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Генерация русскоязычного описания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Fallback: file_id → base64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Кэширование в captions.json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3. Чанкинг транскрипции: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По предложениям (3 предложения на чанк)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Перекрытие 1 предложение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Таймкоды для каждого чанка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4. Векторизация: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GigaChat Embeddings → ChromaDB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Трудности и решения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1. YouTube 403 Forbidden: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Проблема: yt-dlp блокируется JS-челленджами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Решение: EJS-решатель + --cookies-from-browser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2. GigaChat 401 Unauthorized: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Проблема: невалидный токен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Решение: проверка формата, перевыпуск токена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3. Долгое описание кадров: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Проблема: 30+ кадров × 3-5 сек = 2-3 минуты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Решение: прогресс-бар, кэширование после каждого кадра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4. SSL ошибки при запросах: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Проблема: корпоративные прокси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Решение: verify_ssl_certs=False в конфиге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Трудности и решения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5. Низкая точность поиска: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Проблема: только Dense-поиск пропускает точные совпадения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Решение: добавлен BM25 + RRF + HyDE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6. Галлюцинации LLM: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Проблема: модель выдумывает факты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Решение: строгий промпт, температура 0.2, цитирование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7. Потеря контекста при чанкинге: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Проблема: разрыв смысловых единиц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Решение: чанкинг по предложениям с перекрытием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8. Обработка больших PDF: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Проблема: файлы &gt;10MB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Решение: потоковая обработка, временные файлы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Структура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/workspace/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├── app.py — Streamlit UI (загрузка файлов, чат)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├── prepare_data.py — пайплайн подготовки данных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├── requirements.txt — зависимости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│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├── src/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│   ├── config.py — конфигурация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│   ├── llm.py — фабрики GigaChat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│   ├── file_loader.py — загрузка файлов (НОВОЕ!)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│   ├── retriever.py — гибридный поиск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│   ├── rag.py — генерация ответов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│   └── ...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│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├── data/ — видео, кадры, транскрипция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└── chroma_db/ — векторный индекс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Конфигурация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Параметры чанкинга: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CHUNK_SIZE = 512 (для файлов)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CHUNK_OVERLAP = 50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Для транскрипции: 3 предложения, overlap=1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Параметры поиска: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TOP_K = 5 (базовый размер контекста)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RRF_K = 60 (константа RRF)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text_quota = 4, frame_quota = 3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Модели: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GIGACHAT_MODEL = GigaChat-2-Max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Температура = 0.2 (детерминированность)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Видео: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FRAME_INTERVAL_SEC =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Демонстрация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Сценарий 1: Вопрос по видео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Вопрос: «Какие последствия таяния вечной мерзлоты?»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Источники: [T2], [T4], [F1]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Сценарий 2: Вопрос с загруженным файлом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Загружен: climate_report.pdf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Вопрос: «Как соотносятся данные из файла с видео?»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Источники: [File1], [File2], [T3]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Индикатор: «📎 При генерации ответа использован контекст из загруженного файла»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Сценарий 3: Сравнение с/без HyDE</a:t>
            </a:r>
          </a:p>
          <a:p>
            <a:pPr lvl="1"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Показать разницу в релевантности результатов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Вопросы комиссии и ответы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Q: Почему гибридный поиск лучше одного метода?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A: Dense ловит семантику, BM25 — точные совпадения. RRF объединяет лучшее.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Q: Зачем нужен HyDE?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A: Генерирует гипотетический ответ, улучшая поиск для абстрактных вопросов.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Q: Как боретесь с галлюцинациями?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A: Строгий промпт, температура 0.2, обязательное цитирование источников.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Q: Почему GigaChat, а не OpenAI?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A: Локальная доступность, поддержка русского языка, мультимодальность в одном API.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Вопросы комиссии и ответы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Q: Как обрабатываются ошибки при описании кадров?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A: Двухуровневый fallback (file_id → base64), кэширование, логирование.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Q: Можно ли использовать с другим видео?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A: Да, заменить транскрипцию и запустить prepare_data.py --force.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Q: Что будет при невалидном токене GigaChat?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A: Ошибка 401 AuthenticationError. Решение: перевыпустить токен.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Q: Как оценивается качество поиска?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A: Субъективная оценка релевантности + наличие корректных цитат.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0A5FA"/>
                </a:solidFill>
              </a:defRPr>
            </a:pPr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✅ Реализована полнофункциональная мультимодальная RAG-система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✅ Поддержка текста (транскрипция) и изображений (кадры)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✅ Гибридный поиск (Dense + BM25 + RRF) + HyDE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✅ Добавлена загрузка пользовательских файлов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✅ Интерактивный UI на Streamlit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✅ Система цитирования источников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Ключевые компетенции: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Работа с LLM API (GigaChat)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Векторные базы данных (Chroma)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Пайплайны обработки данных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  • Full-stack разработка (Python + Streamlit)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60A5FA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Готов ответить на ваши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