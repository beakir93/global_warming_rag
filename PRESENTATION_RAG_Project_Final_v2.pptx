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38BDF8"/>
                </a:solidFill>
              </a:defRPr>
            </a:pPr>
            <a:r>
              <a:t>Мультимодальная RAG-система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Поиск и генерация ответов по тексту и видео</a:t>
            </a:r>
          </a:p>
          <a:p>
            <a:r>
              <a:t>Защита проекта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Проблема и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Проблема: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Традиционный поиск не понимает смысл запросов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Невозможность поиска по видеоконтенту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LLM часто «галлюцинируют» без контекста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Наше решение: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RAG (Retrieval-Augmented Generation)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Мультимодальность: текст + описания кадров из видео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Гибридный поиск для высокой точности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Строгое цитирование источников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Архитектура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Пайплайн подготовки данных: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 1. Загрузка: YouTube/файлы → кадры (OpenCV) + документы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 2. Преобразование: GigaChat Vision → описания кадров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 3. Чанкинг: Разбиение на фрагменты (512 токенов, overlap=50)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 4. Встраивание: BGE-M3 → векторы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 5. Хранение: ChromaDB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Пайплайн поиска и генерации: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 1. Вопрос → HyDE расширение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 2. Гибридный поиск (Dense + BM25 + RRF)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 3. Генерация ответа: GigaChat-2-Max с цитатами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0" cy="914400"/>
          </a:xfrm>
        </p:spPr>
        <p:txBody>
          <a:bodyPr/>
          <a:lstStyle/>
          <a:p>
            <a:pPr>
              <a:defRPr b="1" sz="3200">
                <a:solidFill>
                  <a:srgbClr val="38BDF8"/>
                </a:solidFill>
              </a:defRPr>
            </a:pPr>
            <a:r>
              <a:t>Модели и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22D3EE"/>
                </a:solidFill>
              </a:defRPr>
            </a:pPr>
            <a:r>
              <a:t>Модели ИИ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GigaChat-2-Max (Sber)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  - Генерация ответов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  - Описание изображений (Vision)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  - Русскоязычная оптимизация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BGE-M3 (BAAI)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  - Векторные эмбеддинги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  - Поддержка длинного контекста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  - Мультиязычность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22D3EE"/>
                </a:solidFill>
              </a:defRPr>
            </a:pPr>
            <a:r>
              <a:t>Инструменты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ChromaDB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  - Векторная база данных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  - Быстрый поиск похожих векторов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LangChain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  - Оркестрация цепочек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  - Работа с LLM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Streamlit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  - Веб-интерфейс приложения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OpenCV</a:t>
            </a:r>
          </a:p>
          <a:p>
            <a:pPr>
              <a:spcAft>
                <a:spcPts val="1000"/>
              </a:spcAft>
              <a:defRPr sz="1800">
                <a:solidFill>
                  <a:srgbClr val="DCDCDC"/>
                </a:solidFill>
              </a:defRPr>
            </a:pPr>
            <a:r>
              <a:t>•   - Извлечение кадров из видео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Гибридный поиск: как это работает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Компоненты поиска: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Dense Search (BGE-M3): Семантический поиск по смыслу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BM25: Лексический поиск по точным совпадениям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HyDE: Генерация гипотетического документа для улучшения запроса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Алгоритм RRF (Reciprocal Rank Fusion):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Объединение результатов от разных методов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Формула: score = 1 / (k + rank)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Параметр k=60 для баланса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Реализация: src/retriever.py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Класс HybridRetriever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Метод search(query, top_k=5)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Обработка видео: от кадров к тексту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Извлечение кадров: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OpenCV cv2.VideoCapture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Частота: 1 кадр каждые 2 секунды (VIDEO_FRAME_RATE=0.5)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Сохранение в формате Base64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Генерация описаний (Captioning):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Вызов GigaChat Vision API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Промпт: «Опиши подробно, что происходит на изображении»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Кэширование результатов (JSON)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Интеграция в поиск: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Описания кадров → чанки → эмбеддинги → ChromaDB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Поиск по описаниям так же, как по тексту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Трудности и решения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1. Ошибка 401 Unauthorized (GigaChat)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Причина: Истечение токена, неверный формат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Решение: Проверка формата 'Bearer', перевыпуск токена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2. Долгое описание кадров (Vision API)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Причина: Синхронные вызовы API для каждого кадра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Решение: Кэширование в JSON, обработка ошибок с пропуском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3. Потеря контекста при чанкинге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Причина: Разрыв предложений между чанками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Решение: Чанкинг по предложениям с перекрытием 50 токенов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Трудности и решения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4. Низкая точность поиска по коротким запросам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Причина: Недостаточно информации в вопросе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Решение: HyDE (генерация гипотетического ответа)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5. Галлюцинации LLM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Причина: LLM выдумывает факты без опоры на контекст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Решение: Строгий промпт, требование цитирования источников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6. Проблемы с SSL при подключении к API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Причина: Корпоративные сертификаты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Решение: verify_ssl_certs=False (для тестовой среды)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Структура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app.py — Streamlit интерфейс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config.py — Параметры (CHUNK_SIZE=512, TOP_K=5 и др.)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src/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data_loader.py: Загрузка документов и видео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embedder.py: BGE-M3 эмбеддинги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retriever.py: HybridRetriever (Dense+BM25+RRF+HyDE)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generator.py: GigaChat генерация с цитатами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rag.py: Основной класс RAG системы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.env — GIGACHAT_API_KEY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requirements.txt — Зависимости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Конфигурация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Параметры чанкинга: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CHUNK_SIZE = 512 токенов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CHUNK_OVERLAP = 50 токенов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Параметры поиска: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TOP_K = 5 (количество фрагментов)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RRF_K = 60 (параметр слияния)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USE_HYDE = True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Параметры видео: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VIDEO_FRAME_RATE = 0.5 (1 кадр в 2 сек)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MAX_FRAMES = 100 (лимит кадров)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Модели: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EMBEDDING_MODEL = 'BGE-M3'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LLM_MODEL = 'GigaChat-2-Max'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Демонстрация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Сценарий 1: Поиск по тексту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Вопрос: «Какие методы поиска используются?»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Результат: Ответ с цитатами из документации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Сценарий 2: Поиск по видео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Вопрос: «Что показано на видео про роботов?»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Результат: Ответ на основе описаний кадров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Сценарий 3: Смешанный запрос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Вопрос: «Как система обрабатывает видео и текст вместе?»</a:t>
            </a:r>
          </a:p>
          <a:p>
            <a:pPr lvl="1"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 Результат: Комбинированный ответ из обоих источников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Интерфейс: Streamlit с историей диалога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Вопросы комиссии и ответы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Q: Почему гибридный поиск?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A: Dense + BM25 дают лучшую точность, чем каждый по отдельности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Q: Зачем нужен HyDE?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A: Улучшает поиск по коротким и абстрактным запросам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Q: Как боретесь с галлюцинациями?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A: RAG ограничивает контекст, промпт требует цитирования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Q: Что если токен GigaChat не работает?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A: Логирование ошибки, сообщение пользователю, проверка формата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Q: Какие метрики качества?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A: MRR, Hit Rate (планируется оценка на тестовом наборе)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✓ Реализована полнофункциональная мультимодальная RAG-система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✓ Поддержка текста и видео через описание кадров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✓ Гибридный поиск повышает точность ответов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✓ Система цитирования снижает галлюцинации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✓ Решены ключевые технические проблемы (токены, SSL, производительность)</a:t>
            </a: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DCDCDC"/>
                </a:solidFill>
              </a:defRPr>
            </a:pPr>
            <a:r>
              <a:t>Проект готов к демонстрации и внедрению!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38BDF8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Готов ответить на ваши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